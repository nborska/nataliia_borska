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You've worked hard</a:t>
            </a:r>
          </a:p>
          <a:p>
            <a:pPr algn="l">
              <a:spcBef>
                <a:spcPts val="200"/>
              </a:spcBef>
            </a:pPr>
            <a:r>
              <a:rPr sz="5200" b="1" i="0">
                <a:solidFill>
                  <a:srgbClr val="FFFFFF"/>
                </a:solidFill>
              </a:rPr>
              <a:t>to get here.</a:t>
            </a:r>
          </a:p>
          <a:p>
            <a:pPr algn="l">
              <a:spcBef>
                <a:spcPts val="1800"/>
              </a:spcBef>
            </a:pPr>
            <a:r>
              <a:rPr sz="3600" b="0" i="0">
                <a:solidFill>
                  <a:srgbClr val="888888"/>
                </a:solidFill>
              </a:rPr>
              <a:t>Your music is out there.</a:t>
            </a:r>
          </a:p>
          <a:p>
            <a:pPr algn="l">
              <a:spcBef>
                <a:spcPts val="200"/>
              </a:spcBef>
            </a:pPr>
            <a:r>
              <a:rPr sz="3600" b="0" i="0">
                <a:solidFill>
                  <a:srgbClr val="888888"/>
                </a:solidFill>
              </a:rPr>
              <a:t>But nothing is moving.</a:t>
            </a:r>
          </a:p>
          <a:p>
            <a:pPr algn="l">
              <a:spcBef>
                <a:spcPts val="2400"/>
              </a:spcBef>
            </a:pPr>
            <a:r>
              <a:rPr sz="2800" b="1" i="0">
                <a:solidFill>
                  <a:srgbClr val="008CFF"/>
                </a:solidFill>
              </a:rPr>
              <a:t>— Let's fix that.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7607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44"/>
                </a:solidFill>
              </a:rPr>
              <a:t>AIR Music Distribution  ·  air.io  ·  Trusted by Creators since 2010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27432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444444"/>
                </a:solidFill>
              </a:rPr>
              <a:t>Primavera Sound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"I'm not a beginner anymore.</a:t>
            </a:r>
          </a:p>
          <a:p>
            <a:pPr algn="l">
              <a:spcBef>
                <a:spcPts val="400"/>
              </a:spcBef>
            </a:pPr>
            <a:r>
              <a:rPr sz="4400" b="1" i="0">
                <a:solidFill>
                  <a:srgbClr val="FFFFFF"/>
                </a:solidFill>
              </a:rPr>
              <a:t>But I don't feel like a professional either."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2F2F2"/>
                </a:solidFill>
              </a:rPr>
              <a:t>You have releases. You have listeners.</a:t>
            </a:r>
          </a:p>
          <a:p>
            <a:pPr algn="l">
              <a:spcBef>
                <a:spcPts val="400"/>
              </a:spcBef>
            </a:pPr>
            <a:r>
              <a:rPr sz="2400" b="0" i="0">
                <a:solidFill>
                  <a:srgbClr val="F2F2F2"/>
                </a:solidFill>
              </a:rPr>
              <a:t>You're somewhere between indie and career.</a:t>
            </a:r>
          </a:p>
          <a:p>
            <a:pPr algn="l">
              <a:spcBef>
                <a:spcPts val="400"/>
              </a:spcBef>
            </a:pPr>
            <a:r>
              <a:rPr sz="2400" b="0" i="0">
                <a:solidFill>
                  <a:srgbClr val="F2F2F2"/>
                </a:solidFill>
              </a:rPr>
              <a:t>And you're doing almost everything alone.</a:t>
            </a:r>
          </a:p>
          <a:p>
            <a:pPr algn="l"/>
            <a:r>
              <a:t/>
            </a:r>
          </a:p>
          <a:p>
            <a:pPr algn="l">
              <a:spcBef>
                <a:spcPts val="800"/>
              </a:spcBef>
            </a:pPr>
            <a:r>
              <a:rPr sz="2600" b="1" i="0">
                <a:solidFill>
                  <a:srgbClr val="008CFF"/>
                </a:solidFill>
              </a:rPr>
              <a:t>This is not about talent. It's about structure.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Sound familiar?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143000"/>
            <a:ext cx="5394960" cy="1737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120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2F2F2"/>
                </a:solidFill>
              </a:rPr>
              <a:t>"My release is stuck in processing — 3 days.
No one explains why."</a:t>
            </a:r>
          </a:p>
        </p:txBody>
      </p:sp>
      <p:sp>
        <p:nvSpPr>
          <p:cNvPr id="6" name="Rectangle 5"/>
          <p:cNvSpPr/>
          <p:nvPr/>
        </p:nvSpPr>
        <p:spPr>
          <a:xfrm>
            <a:off x="6172200" y="1143000"/>
            <a:ext cx="5394960" cy="1737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0" y="1280160"/>
            <a:ext cx="5120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2F2F2"/>
                </a:solidFill>
              </a:rPr>
              <a:t>"A Content ID claim appeared overnight.
Support is completely silent."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3337560"/>
            <a:ext cx="5394960" cy="1737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474720"/>
            <a:ext cx="5120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2F2F2"/>
                </a:solidFill>
              </a:rPr>
              <a:t>"My royalties don't add up.
I can't get a straight answer."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3337560"/>
            <a:ext cx="5394960" cy="1737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3474720"/>
            <a:ext cx="5120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2F2F2"/>
                </a:solidFill>
              </a:rPr>
              <a:t>"I submitted for playlists.
Nothing. Zero feedback. Just silence."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989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8CFF"/>
                </a:solidFill>
              </a:rPr>
              <a:t>You're not alone. And this is not how it should work.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The distribution industry was built</a:t>
            </a:r>
          </a:p>
          <a:p>
            <a:pPr algn="l">
              <a:spcBef>
                <a:spcPts val="400"/>
              </a:spcBef>
            </a:pPr>
            <a:r>
              <a:rPr sz="4000" b="1" i="0">
                <a:solidFill>
                  <a:srgbClr val="008CFF"/>
                </a:solidFill>
              </a:rPr>
              <a:t>for volume — not for artists.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9144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2F2F2"/>
                </a:solidFill>
              </a:rPr>
              <a:t>Most platforms make money whether your career grows or not.</a:t>
            </a:r>
          </a:p>
          <a:p>
            <a:pPr algn="l">
              <a:spcBef>
                <a:spcPts val="800"/>
              </a:spcBef>
            </a:pPr>
            <a:r>
              <a:rPr sz="2400" b="0" i="0">
                <a:solidFill>
                  <a:srgbClr val="F2F2F2"/>
                </a:solidFill>
              </a:rPr>
              <a:t>They have no reason to pick up the phone.</a:t>
            </a:r>
          </a:p>
          <a:p>
            <a:pPr algn="l">
              <a:spcBef>
                <a:spcPts val="800"/>
              </a:spcBef>
            </a:pPr>
            <a:r>
              <a:rPr sz="2400" b="0" i="0">
                <a:solidFill>
                  <a:srgbClr val="F2F2F2"/>
                </a:solidFill>
              </a:rPr>
              <a:t>No reason to care about your specific release.</a:t>
            </a:r>
          </a:p>
          <a:p>
            <a:pPr algn="l">
              <a:spcBef>
                <a:spcPts val="800"/>
              </a:spcBef>
            </a:pPr>
            <a:r>
              <a:rPr sz="2400" b="0" i="0">
                <a:solidFill>
                  <a:srgbClr val="F2F2F2"/>
                </a:solidFill>
              </a:rPr>
              <a:t>No reason to explain anything.</a:t>
            </a:r>
          </a:p>
          <a:p>
            <a:pPr algn="l"/>
            <a:r>
              <a:t/>
            </a:r>
          </a:p>
          <a:p>
            <a:pPr algn="l">
              <a:spcBef>
                <a:spcPts val="1600"/>
              </a:spcBef>
            </a:pPr>
            <a:r>
              <a:rPr sz="2800" b="1" i="0">
                <a:solidFill>
                  <a:srgbClr val="FFFFFF"/>
                </a:solidFill>
              </a:rPr>
              <a:t>You're not a priority. You're a number.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AIR is not a platform.</a:t>
            </a:r>
          </a:p>
          <a:p>
            <a:pPr algn="l">
              <a:spcBef>
                <a:spcPts val="800"/>
              </a:spcBef>
            </a:pPr>
            <a:r>
              <a:rPr sz="5200" b="1" i="0">
                <a:solidFill>
                  <a:srgbClr val="008CFF"/>
                </a:solidFill>
              </a:rPr>
              <a:t>AIR is a team.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9144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888888"/>
                </a:solidFill>
              </a:rPr>
              <a:t>14+ years on the market  ·  Trusted by Creators since 2010</a:t>
            </a:r>
          </a:p>
          <a:p>
            <a:pPr algn="l"/>
            <a:r>
              <a:t/>
            </a:r>
          </a:p>
          <a:p>
            <a:pPr algn="l">
              <a:spcBef>
                <a:spcPts val="1200"/>
              </a:spcBef>
            </a:pPr>
            <a:r>
              <a:rPr sz="1800" b="0" i="0">
                <a:solidFill>
                  <a:srgbClr val="888888"/>
                </a:solidFill>
              </a:rPr>
              <a:t>Official partner:</a:t>
            </a:r>
          </a:p>
          <a:p>
            <a:pPr algn="l">
              <a:spcBef>
                <a:spcPts val="400"/>
              </a:spcBef>
            </a:pPr>
            <a:r>
              <a:rPr sz="2600" b="1" i="0">
                <a:solidFill>
                  <a:srgbClr val="FFFFFF"/>
                </a:solidFill>
              </a:rPr>
              <a:t>YouTube  ·  Google  ·  TikTok  ·  Microsoft</a:t>
            </a:r>
          </a:p>
          <a:p>
            <a:pPr algn="l"/>
            <a:r>
              <a:t/>
            </a:r>
          </a:p>
          <a:p>
            <a:pPr algn="l">
              <a:spcBef>
                <a:spcPts val="1200"/>
              </a:spcBef>
            </a:pPr>
            <a:r>
              <a:rPr sz="2000" b="0" i="0">
                <a:solidFill>
                  <a:srgbClr val="F2F2F2"/>
                </a:solidFill>
              </a:rPr>
              <a:t>Distribution to 100+ streaming platforms worldwide</a:t>
            </a:r>
          </a:p>
          <a:p>
            <a:pPr algn="l">
              <a:spcBef>
                <a:spcPts val="400"/>
              </a:spcBef>
            </a:pPr>
            <a:r>
              <a:rPr sz="1600" b="0" i="0">
                <a:solidFill>
                  <a:srgbClr val="888888"/>
                </a:solidFill>
              </a:rPr>
              <a:t>Spotify · Apple Music · YouTube Music · TikTok · Instagram Reels · and more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Your AIR distribution includes: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5303520" cy="128016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👤  Personal Manager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88888"/>
                </a:solidFill>
              </a:rPr>
              <a:t>A real human who knows your music and goals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097280"/>
            <a:ext cx="5303520" cy="128016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18872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⚡  4-Hour Response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64592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88888"/>
                </a:solidFill>
              </a:rPr>
              <a:t>Not days. Not a ticket. A person.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651760"/>
            <a:ext cx="5303520" cy="128016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74320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🎵  Playlist Pitching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20040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88888"/>
                </a:solidFill>
              </a:rPr>
              <a:t>Editorial playlists. Included. No extra fee.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2651760"/>
            <a:ext cx="5303520" cy="128016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74320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📱  UGC Monetization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20040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88888"/>
                </a:solidFill>
              </a:rPr>
              <a:t>Earn every time your track is used on TikTok, Reels, Shorts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206240"/>
            <a:ext cx="5303520" cy="128016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29768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💰  70% Revenue Share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8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88888"/>
                </a:solidFill>
              </a:rPr>
              <a:t>Zero upfront. Zero hidden fees. We earn when you earn.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4206240"/>
            <a:ext cx="5303520" cy="128016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429768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🔐  100% Your Rights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75488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88888"/>
                </a:solidFill>
              </a:rPr>
              <a:t>Always. No exceptions.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0080"/>
            <a:ext cx="11247120" cy="1920240"/>
          </a:xfrm>
          <a:prstGeom prst="rect">
            <a:avLst/>
          </a:prstGeom>
          <a:solidFill>
            <a:srgbClr val="0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789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"When something goes wrong at 2am —</a:t>
            </a:r>
          </a:p>
          <a:p>
            <a:pPr algn="l">
              <a:spcBef>
                <a:spcPts val="400"/>
              </a:spcBef>
            </a:pPr>
            <a:r>
              <a:rPr sz="3200" b="1" i="0">
                <a:solidFill>
                  <a:srgbClr val="008CFF"/>
                </a:solidFill>
              </a:rPr>
              <a:t>you have someone to call."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92608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2F2F2"/>
                </a:solidFill>
              </a:rPr>
              <a:t>Not a template reply.</a:t>
            </a:r>
          </a:p>
          <a:p>
            <a:pPr algn="l">
              <a:spcBef>
                <a:spcPts val="600"/>
              </a:spcBef>
            </a:pPr>
            <a:r>
              <a:rPr sz="2200" b="0" i="0">
                <a:solidFill>
                  <a:srgbClr val="F2F2F2"/>
                </a:solidFill>
              </a:rPr>
              <a:t>Not a support ticket that disappears for a week.</a:t>
            </a:r>
          </a:p>
          <a:p>
            <a:pPr algn="l"/>
            <a:r>
              <a:t/>
            </a:r>
          </a:p>
          <a:p>
            <a:pPr algn="l">
              <a:spcBef>
                <a:spcPts val="1000"/>
              </a:spcBef>
            </a:pPr>
            <a:r>
              <a:rPr sz="2200" b="1" i="0">
                <a:solidFill>
                  <a:srgbClr val="FFFFFF"/>
                </a:solidFill>
              </a:rPr>
              <a:t>A real person who:</a:t>
            </a:r>
          </a:p>
          <a:p>
            <a:pPr algn="l">
              <a:spcBef>
                <a:spcPts val="400"/>
              </a:spcBef>
            </a:pPr>
            <a:r>
              <a:rPr sz="2000" b="0" i="0">
                <a:solidFill>
                  <a:srgbClr val="F2F2F2"/>
                </a:solidFill>
              </a:rPr>
              <a:t>  →  Knows your catalog and your upcoming release</a:t>
            </a:r>
          </a:p>
          <a:p>
            <a:pPr algn="l">
              <a:spcBef>
                <a:spcPts val="400"/>
              </a:spcBef>
            </a:pPr>
            <a:r>
              <a:rPr sz="2000" b="0" i="0">
                <a:solidFill>
                  <a:srgbClr val="F2F2F2"/>
                </a:solidFill>
              </a:rPr>
              <a:t>  →  Checks your track before it gets flagged</a:t>
            </a:r>
          </a:p>
          <a:p>
            <a:pPr algn="l">
              <a:spcBef>
                <a:spcPts val="400"/>
              </a:spcBef>
            </a:pPr>
            <a:r>
              <a:rPr sz="2000" b="0" i="0">
                <a:solidFill>
                  <a:srgbClr val="F2F2F2"/>
                </a:solidFill>
              </a:rPr>
              <a:t>  →  Explains exactly why royalties look the way they do</a:t>
            </a:r>
          </a:p>
          <a:p>
            <a:pPr algn="l">
              <a:spcBef>
                <a:spcPts val="400"/>
              </a:spcBef>
            </a:pPr>
            <a:r>
              <a:rPr sz="2000" b="0" i="0">
                <a:solidFill>
                  <a:srgbClr val="F2F2F2"/>
                </a:solidFill>
              </a:rPr>
              <a:t>  →  Goes to bat for you with the platforms</a:t>
            </a:r>
          </a:p>
          <a:p>
            <a:pPr algn="l"/>
            <a:r>
              <a:t/>
            </a:r>
          </a:p>
          <a:p>
            <a:pPr algn="l">
              <a:spcBef>
                <a:spcPts val="800"/>
              </a:spcBef>
            </a:pPr>
            <a:r>
              <a:rPr sz="2200" b="1" i="0">
                <a:solidFill>
                  <a:srgbClr val="008CFF"/>
                </a:solidFill>
              </a:rPr>
              <a:t>We check, explain, and take responsibility.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The numbers that matter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3291840" cy="2011680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2588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008CFF"/>
                </a:solidFill>
              </a:rPr>
              <a:t>14+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37744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888888"/>
                </a:solidFill>
              </a:rPr>
              <a:t>Years on market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1188720"/>
            <a:ext cx="3291840" cy="2011680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34840" y="132588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008CFF"/>
                </a:solidFill>
              </a:rPr>
              <a:t>100+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237744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888888"/>
                </a:solidFill>
              </a:rPr>
              <a:t>Streaming platforms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1188720"/>
            <a:ext cx="3291840" cy="2011680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132588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008CFF"/>
                </a:solidFill>
              </a:rPr>
              <a:t>4 hrs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237744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888888"/>
                </a:solidFill>
              </a:rPr>
              <a:t>Avg. response time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657600"/>
            <a:ext cx="3291840" cy="2011680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79476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008CFF"/>
                </a:solidFill>
              </a:rPr>
              <a:t>70%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84632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888888"/>
                </a:solidFill>
              </a:rPr>
              <a:t>Your revenue share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0" y="3657600"/>
            <a:ext cx="3291840" cy="2011680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4840" y="379476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008CFF"/>
                </a:solidFill>
              </a:rP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484632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888888"/>
                </a:solidFill>
              </a:rPr>
              <a:t>Upfront payments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0" y="3657600"/>
            <a:ext cx="3291840" cy="2011680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379476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008CFF"/>
                </a:solidFill>
              </a:rPr>
              <a:t>100%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484632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888888"/>
                </a:solidFill>
              </a:rPr>
              <a:t>Rights stay with you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0350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444444"/>
                </a:solidFill>
              </a:rPr>
              <a:t>2-year contract  ·  Flexible exit  ·  No penalties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From conversation to career — 3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3566160" cy="4572000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008CFF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Apply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9184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888888"/>
                </a:solidFill>
              </a:rPr>
              <a:t>Talk to a real person about your catalog and your goals.
No forms that vanish. A conversation.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39" y="34747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8CFF"/>
                </a:solidFill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280160"/>
            <a:ext cx="3566160" cy="4572000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46304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008CFF"/>
                </a:solidFill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5603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Get Your Manager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29184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888888"/>
                </a:solidFill>
              </a:rPr>
              <a:t>Your dedicated manager reviews your tracks,
sets up distribution, handles playlist pitching.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59" y="34747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8CFF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21040" y="1280160"/>
            <a:ext cx="3566160" cy="4572000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146304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008CFF"/>
                </a:solidFill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5603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Grow — Not Alone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329184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888888"/>
                </a:solidFill>
              </a:rPr>
              <a:t>Monthly reports. Transparent analytics.
Someone in your corner, every step.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What most distributors offer vs. what AIR offers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3931920" cy="50292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434840" y="1143000"/>
            <a:ext cx="3383280" cy="50292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863840" y="1143000"/>
            <a:ext cx="3840480" cy="502920"/>
          </a:xfrm>
          <a:prstGeom prst="rect">
            <a:avLst/>
          </a:prstGeom>
          <a:solidFill>
            <a:srgbClr val="005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88888"/>
                </a:solidFill>
              </a:rPr>
              <a:t>Category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6280" y="11887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88888"/>
                </a:solidFill>
              </a:rPr>
              <a:t>Most Distributors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11887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AIR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737360"/>
            <a:ext cx="3931920" cy="77724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737360"/>
            <a:ext cx="3383280" cy="77724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863840" y="1737360"/>
            <a:ext cx="3840480" cy="777240"/>
          </a:xfrm>
          <a:prstGeom prst="rect">
            <a:avLst/>
          </a:prstGeom>
          <a:solidFill>
            <a:srgbClr val="05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1783080"/>
            <a:ext cx="3566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Support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1783080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8888"/>
                </a:solidFill>
              </a:rPr>
              <a:t>Email · 5–7 days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1783080"/>
            <a:ext cx="365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8FF"/>
                </a:solidFill>
              </a:rPr>
              <a:t>Personal manager · 4 hours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606039"/>
            <a:ext cx="3931920" cy="77724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34840" y="2606039"/>
            <a:ext cx="3383280" cy="77724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863840" y="2606039"/>
            <a:ext cx="3840480" cy="777240"/>
          </a:xfrm>
          <a:prstGeom prst="rect">
            <a:avLst/>
          </a:prstGeom>
          <a:solidFill>
            <a:srgbClr val="05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2651759"/>
            <a:ext cx="3566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Playlist Pitching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2651759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8888"/>
                </a:solidFill>
              </a:rPr>
              <a:t>Paid add-on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2651759"/>
            <a:ext cx="365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8FF"/>
                </a:solidFill>
              </a:rPr>
              <a:t>Included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474720"/>
            <a:ext cx="3931920" cy="77724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34840" y="3474720"/>
            <a:ext cx="3383280" cy="77724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863840" y="3474720"/>
            <a:ext cx="3840480" cy="777240"/>
          </a:xfrm>
          <a:prstGeom prst="rect">
            <a:avLst/>
          </a:prstGeom>
          <a:solidFill>
            <a:srgbClr val="05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3520440"/>
            <a:ext cx="3566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Business Model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3520440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8888"/>
                </a:solidFill>
              </a:rPr>
              <a:t>Fixed fee — you pay
whether you earn or not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79" y="3520440"/>
            <a:ext cx="365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8FF"/>
                </a:solidFill>
              </a:rPr>
              <a:t>Revenue share —
we earn when you earn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343400"/>
            <a:ext cx="3931920" cy="77724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34840" y="4343400"/>
            <a:ext cx="3383280" cy="77724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863840" y="4343400"/>
            <a:ext cx="3840480" cy="777240"/>
          </a:xfrm>
          <a:prstGeom prst="rect">
            <a:avLst/>
          </a:prstGeom>
          <a:solidFill>
            <a:srgbClr val="05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4389120"/>
            <a:ext cx="3566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Your Rights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26280" y="4389120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8888"/>
                </a:solidFill>
              </a:rPr>
              <a:t>Varies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55279" y="4389120"/>
            <a:ext cx="365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8FF"/>
                </a:solidFill>
              </a:rPr>
              <a:t>100% yours, always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5212079"/>
            <a:ext cx="3931920" cy="77724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434840" y="5212079"/>
            <a:ext cx="3383280" cy="77724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863840" y="5212079"/>
            <a:ext cx="3840480" cy="777240"/>
          </a:xfrm>
          <a:prstGeom prst="rect">
            <a:avLst/>
          </a:prstGeom>
          <a:solidFill>
            <a:srgbClr val="05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4360" y="5257799"/>
            <a:ext cx="3566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Exit Terms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26280" y="5257799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8888"/>
                </a:solidFill>
              </a:rPr>
              <a:t>Often locked in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55279" y="5257799"/>
            <a:ext cx="365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8FF"/>
                </a:solidFill>
              </a:rPr>
              <a:t>Flexible, no penalties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0807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8CFF"/>
                </a:solidFill>
              </a:rPr>
              <a:t>If you don't grow — we don't grow. That's the model.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AIR is built for artists like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457200" cy="566928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20700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2F2F2"/>
                </a:solidFill>
              </a:rPr>
              <a:t>You have an audience — 1K to 500K monthly listeners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92807"/>
            <a:ext cx="457200" cy="566928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938527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956815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2F2F2"/>
                </a:solidFill>
              </a:rPr>
              <a:t>You have catalog — at least 5 releases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642615"/>
            <a:ext cx="457200" cy="566928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688335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706623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2F2F2"/>
                </a:solidFill>
              </a:rPr>
              <a:t>You're tired of fighting your distributor instead of making music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392424"/>
            <a:ext cx="457200" cy="566928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438144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45643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2F2F2"/>
                </a:solidFill>
              </a:rPr>
              <a:t>You want structure and a real partner — not just a platform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297680"/>
            <a:ext cx="11247120" cy="36576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480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888888"/>
                </a:solidFill>
              </a:rPr>
              <a:t>AIR is NOT for you if: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44444"/>
                </a:solidFill>
              </a:rPr>
              <a:t>  ✗  You're uploading your first track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532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44444"/>
                </a:solidFill>
              </a:rPr>
              <a:t>  ✗  You want the cheapest option with zero support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035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44444"/>
                </a:solidFill>
              </a:rPr>
              <a:t>  ✗  You're fine being ticket #4821 in a queue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8CFF"/>
                </a:solidFill>
              </a:rPr>
              <a:t>We're selective because we take every artist seriously.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11247120" cy="960120"/>
          </a:xfrm>
          <a:prstGeom prst="rect">
            <a:avLst/>
          </a:prstGeom>
          <a:solidFill>
            <a:srgbClr val="05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You're at Primavera. That means you're serious about your career.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2F2F2"/>
                </a:solidFill>
              </a:rPr>
              <a:t>Here's what we're offering — right now, right here: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94560"/>
            <a:ext cx="3566160" cy="3474720"/>
          </a:xfrm>
          <a:prstGeom prst="rect">
            <a:avLst/>
          </a:prstGeom>
          <a:solidFill>
            <a:srgbClr val="0D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377440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</a:rPr>
              <a:t>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0040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C8FF"/>
                </a:solidFill>
              </a:rPr>
              <a:t>Free Track Safety Check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8620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8888"/>
                </a:solidFill>
              </a:rPr>
              <a:t>We audit your current distribution setup — Content ID risks,
royalty leaks, metadata errors. Free. No strings.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2194560"/>
            <a:ext cx="3566160" cy="3474720"/>
          </a:xfrm>
          <a:prstGeom prst="rect">
            <a:avLst/>
          </a:prstGeom>
          <a:solidFill>
            <a:srgbClr val="0D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377440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</a:rPr>
              <a:t>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20040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C8FF"/>
                </a:solidFill>
              </a:rPr>
              <a:t>Personal Consultation — Today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88620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8888"/>
                </a:solidFill>
              </a:rPr>
              <a:t>Talk to our team. Not a form, not an email.
A real conversation — right here at Primavera.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21040" y="2194560"/>
            <a:ext cx="3566160" cy="3474720"/>
          </a:xfrm>
          <a:prstGeom prst="rect">
            <a:avLst/>
          </a:prstGeom>
          <a:solidFill>
            <a:srgbClr val="0D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2377440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</a:rPr>
              <a:t>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320040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C8FF"/>
                </a:solidFill>
              </a:rPr>
              <a:t>Fast-Track Onboarding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388620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8888"/>
                </a:solidFill>
              </a:rPr>
              <a:t>Artists who connect with us at Primavera
skip the standard queue. Priority onboarding.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88952" cy="54864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Ready to stop fighting</a:t>
            </a:r>
          </a:p>
          <a:p>
            <a:pPr algn="l">
              <a:spcBef>
                <a:spcPts val="400"/>
              </a:spcBef>
            </a:pPr>
            <a:r>
              <a:rPr sz="5200" b="1" i="0">
                <a:solidFill>
                  <a:srgbClr val="008CFF"/>
                </a:solidFill>
              </a:rPr>
              <a:t>your distributor?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10515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2F2F2"/>
                </a:solidFill>
              </a:rPr>
              <a:t>→  Scan the QR code below — book your Free Track Safety Check</a:t>
            </a:r>
          </a:p>
          <a:p>
            <a:pPr algn="l">
              <a:spcBef>
                <a:spcPts val="1000"/>
              </a:spcBef>
            </a:pPr>
            <a:r>
              <a:rPr sz="2200" b="0" i="0">
                <a:solidFill>
                  <a:srgbClr val="F2F2F2"/>
                </a:solidFill>
              </a:rPr>
              <a:t>→  Come talk to us — our team is here today</a:t>
            </a:r>
          </a:p>
          <a:p>
            <a:pPr algn="l">
              <a:spcBef>
                <a:spcPts val="1000"/>
              </a:spcBef>
            </a:pPr>
            <a:r>
              <a:rPr sz="2200" b="0" i="0">
                <a:solidFill>
                  <a:srgbClr val="F2F2F2"/>
                </a:solidFill>
              </a:rPr>
              <a:t>→  air.io — see everything for yourself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760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44444"/>
                </a:solidFill>
              </a:rPr>
              <a:t>AIR Music Distribution  ·  air.io  ·  "We earn when you earn."</a:t>
            </a:r>
          </a:p>
        </p:txBody>
      </p:sp>
      <p:sp>
        <p:nvSpPr>
          <p:cNvPr id="7" name="Rectangle 6"/>
          <p:cNvSpPr/>
          <p:nvPr/>
        </p:nvSpPr>
        <p:spPr>
          <a:xfrm>
            <a:off x="9875520" y="4389120"/>
            <a:ext cx="1920240" cy="192024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0" y="50749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88888"/>
                </a:solidFill>
              </a:rPr>
              <a:t>QR Code
air.io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